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>
                <a:solidFill>
                  <a:srgbClr val="ECEAE4"/>
                </a:solidFill>
                <a:latin typeface="Arial"/>
              </a:rPr>
              <a:t>CONTXT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E0B64D"/>
                </a:solidFill>
                <a:latin typeface="Arial"/>
              </a:rPr>
              <a:t>One private context layer for every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9892"/>
                </a:solidFill>
                <a:latin typeface="Arial"/>
              </a:rPr>
              <a:t>It remembers you and acts for you across Claude, ChatGPT &amp; Gemini —</a:t>
            </a:r>
          </a:p>
          <a:p>
            <a:r>
              <a:rPr sz="1800" b="0">
                <a:solidFill>
                  <a:srgbClr val="9A9892"/>
                </a:solidFill>
                <a:latin typeface="Arial"/>
              </a:rPr>
              <a:t>and your private data never leaves your device.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A9892"/>
                </a:solidFill>
                <a:latin typeface="Arial"/>
              </a:rPr>
              <a:t>AMD Developer Hackathon ACT II · Track 3 (Unicorn)</a:t>
            </a:r>
          </a:p>
          <a:p>
            <a:r>
              <a:rPr sz="1300" b="0">
                <a:solidFill>
                  <a:srgbClr val="5FB6AD"/>
                </a:solidFill>
                <a:latin typeface="Arial"/>
              </a:rPr>
              <a:t>blackx16.github.io/contxt  ·  github.com/Blackx16/contxt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Every AI grew a memory. None of them share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Five walled gardens.</a:t>
            </a:r>
            <a:r>
              <a:rPr sz="1800" b="0">
                <a:solidFill>
                  <a:srgbClr val="CFCDC7"/>
                </a:solidFill>
                <a:latin typeface="Arial"/>
              </a:rPr>
              <a:t>  ChatGPT, Claude, Gemini, Copilot, Grok — each remembers you separately.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You repeat yourself.</a:t>
            </a:r>
            <a:r>
              <a:rPr sz="1800" b="0">
                <a:solidFill>
                  <a:srgbClr val="CFCDC7"/>
                </a:solidFill>
                <a:latin typeface="Arial"/>
              </a:rPr>
              <a:t>  Re-introducing who you are, what you're building, every time you switch.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The memory startups</a:t>
            </a:r>
            <a:r>
              <a:rPr sz="1800" b="0">
                <a:solidFill>
                  <a:srgbClr val="CFCDC7"/>
                </a:solidFill>
                <a:latin typeface="Arial"/>
              </a:rPr>
              <a:t>  (Mem0, Supermemory, Letta) are cloud-first and built for developers, not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B6AD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Your context, everywhere — and it stays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5FB6A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Portable.</a:t>
            </a:r>
            <a:r>
              <a:rPr sz="1800" b="0">
                <a:solidFill>
                  <a:srgbClr val="CFCDC7"/>
                </a:solidFill>
                <a:latin typeface="Arial"/>
              </a:rPr>
              <a:t>  One context layer that works across every AI, not locked inside one.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5FB6A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Private by default.</a:t>
            </a:r>
            <a:r>
              <a:rPr sz="1800" b="0">
                <a:solidFill>
                  <a:srgbClr val="CFCDC7"/>
                </a:solidFill>
                <a:latin typeface="Arial"/>
              </a:rPr>
              <a:t>  A Crown-Jewels Gateway keeps sensitive context on your device.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5FB6A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Consumer-first.</a:t>
            </a:r>
            <a:r>
              <a:rPr sz="1800" b="0">
                <a:solidFill>
                  <a:srgbClr val="CFCDC7"/>
                </a:solidFill>
                <a:latin typeface="Arial"/>
              </a:rPr>
              <a:t>  The piece nobody built: memory that follows you and protects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Two tiers, decided on-device.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Crown-Jewels Gateway.</a:t>
            </a:r>
            <a:r>
              <a:rPr sz="1800" b="0">
                <a:solidFill>
                  <a:srgbClr val="CFCDC7"/>
                </a:solidFill>
                <a:latin typeface="Arial"/>
              </a:rPr>
              <a:t>  On-device Gemma 3 270M + deterministic rules classify every item.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PRIVATE (gold).</a:t>
            </a:r>
            <a:r>
              <a:rPr sz="1800" b="0">
                <a:solidFill>
                  <a:srgbClr val="CFCDC7"/>
                </a:solidFill>
                <a:latin typeface="Arial"/>
              </a:rPr>
              <a:t>  Kept on-device, end-to-end encrypted. The cloud is a blind relay of ciphertext.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SHARED (patina).</a:t>
            </a:r>
            <a:r>
              <a:rPr sz="1800" b="0">
                <a:solidFill>
                  <a:srgbClr val="CFCDC7"/>
                </a:solidFill>
                <a:latin typeface="Arial"/>
              </a:rPr>
              <a:t>  Distilled into reusable context cards any AI can read over MCP.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A browser extension that plugs into your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Connect.</a:t>
            </a:r>
            <a:r>
              <a:rPr sz="1800" b="0">
                <a:solidFill>
                  <a:srgbClr val="CFCDC7"/>
                </a:solidFill>
                <a:latin typeface="Arial"/>
              </a:rPr>
              <a:t>  Gmail, Calendar &amp; Notion via in-extension OAuth.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Tier on-device.</a:t>
            </a:r>
            <a:r>
              <a:rPr sz="1800" b="0">
                <a:solidFill>
                  <a:srgbClr val="CFCDC7"/>
                </a:solidFill>
                <a:latin typeface="Arial"/>
              </a:rPr>
              <a:t>  Every pulled item is classified locally — SHARED shown, PRIVATE kept &amp; counted.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Your choice.</a:t>
            </a:r>
            <a:r>
              <a:rPr sz="1800" b="0">
                <a:solidFill>
                  <a:srgbClr val="CFCDC7"/>
                </a:solidFill>
                <a:latin typeface="Arial"/>
              </a:rPr>
              <a:t>  On-device mode (WebGPU Gemma) or online-only — nothing private stored.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It injects your context into any AI,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Auto-inject.</a:t>
            </a:r>
            <a:r>
              <a:rPr sz="1800" b="0">
                <a:solidFill>
                  <a:srgbClr val="CFCDC7"/>
                </a:solidFill>
                <a:latin typeface="Arial"/>
              </a:rPr>
              <a:t>  Open Claude / ChatGPT / Gemini — your SHARED context lands in the composer.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Visible trust.</a:t>
            </a:r>
            <a:r>
              <a:rPr sz="1800" b="0">
                <a:solidFill>
                  <a:srgbClr val="CFCDC7"/>
                </a:solidFill>
                <a:latin typeface="Arial"/>
              </a:rPr>
              <a:t>  A badge shows 'N shared → this AI · P private kept on-device'.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The guarantee.</a:t>
            </a:r>
            <a:r>
              <a:rPr sz="1800" b="0">
                <a:solidFill>
                  <a:srgbClr val="CFCDC7"/>
                </a:solidFill>
                <a:latin typeface="Arial"/>
              </a:rPr>
              <a:t>  The AI answers with your context and never sees the crown jewels.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PRIVACY, PROVEN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The cloud never holds your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Ciphertext only.</a:t>
            </a:r>
            <a:r>
              <a:rPr sz="1800" b="0">
                <a:solidFill>
                  <a:srgbClr val="CFCDC7"/>
                </a:solidFill>
                <a:latin typeface="Arial"/>
              </a:rPr>
              <a:t>  PRIVATE cards sit in the cloud as opaque AES-256-GCM blobs.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Key by QR.</a:t>
            </a:r>
            <a:r>
              <a:rPr sz="1800" b="0">
                <a:solidFill>
                  <a:srgbClr val="CFCDC7"/>
                </a:solidFill>
                <a:latin typeface="Arial"/>
              </a:rPr>
              <a:t>  Moving devices? The key crosses device-to-device by QR, never the cloud.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Decrypt locally.</a:t>
            </a:r>
            <a:r>
              <a:rPr sz="1800" b="0">
                <a:solidFill>
                  <a:srgbClr val="CFCDC7"/>
                </a:solidFill>
                <a:latin typeface="Arial"/>
              </a:rPr>
              <a:t>  A second device pulls the same blob and decrypts it — byte-for-byte.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B6AD"/>
                </a:solidFill>
                <a:latin typeface="Arial"/>
              </a:rPr>
              <a:t>ONE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A web dashboard that mirrors the extension.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5FB6A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Deployed &amp; live.</a:t>
            </a:r>
            <a:r>
              <a:rPr sz="1800" b="0">
                <a:solidFill>
                  <a:srgbClr val="CFCDC7"/>
                </a:solidFill>
                <a:latin typeface="Arial"/>
              </a:rPr>
              <a:t>  blackx16.github.io/contxt — a static SvelteKit app on GitHub Pages.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5FB6A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Demo / Live toggle.</a:t>
            </a:r>
            <a:r>
              <a:rPr sz="1800" b="0">
                <a:solidFill>
                  <a:srgbClr val="CFCDC7"/>
                </a:solidFill>
                <a:latin typeface="Arial"/>
              </a:rPr>
              <a:t>  Explore a built-in demo, or read your real context from the extension.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5FB6A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Real-time bridge.</a:t>
            </a:r>
            <a:r>
              <a:rPr sz="1800" b="0">
                <a:solidFill>
                  <a:srgbClr val="CFCDC7"/>
                </a:solidFill>
                <a:latin typeface="Arial"/>
              </a:rPr>
              <a:t>  Connect a source in the extension → the site updates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Small, portable,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On-device:</a:t>
            </a:r>
            <a:r>
              <a:rPr sz="1800" b="0">
                <a:solidFill>
                  <a:srgbClr val="CFCDC7"/>
                </a:solidFill>
                <a:latin typeface="Arial"/>
              </a:rPr>
              <a:t>  Gemma 3 270M via Transformers.js + WebGPU; deterministic-rules safety floor.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Cloud distill:</a:t>
            </a:r>
            <a:r>
              <a:rPr sz="1800" b="0">
                <a:solidFill>
                  <a:srgbClr val="CFCDC7"/>
                </a:solidFill>
                <a:latin typeface="Arial"/>
              </a:rPr>
              <a:t>  Llama 3.3 70B on Fireworks AI (served on AMD Instinct).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Stack:</a:t>
            </a:r>
            <a:r>
              <a:rPr sz="1800" b="0">
                <a:solidFill>
                  <a:srgbClr val="CFCDC7"/>
                </a:solidFill>
                <a:latin typeface="Arial"/>
              </a:rPr>
              <a:t>  SvelteKit · MV3 extension · Python MCP server + HTTP bridge · Web Crypto · public Docker image (GHCR).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ON-DEVICE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Fine-tuning Gemma for the privacy gateway.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Tiny + local.</a:t>
            </a:r>
            <a:r>
              <a:rPr sz="1800" b="0">
                <a:solidFill>
                  <a:srgbClr val="CFCDC7"/>
                </a:solidFill>
                <a:latin typeface="Arial"/>
              </a:rPr>
              <a:t>  Gemma 3 270M runs entirely in the browser — no data leaves for tiering.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Safety floor.</a:t>
            </a:r>
            <a:r>
              <a:rPr sz="1800" b="0">
                <a:solidFill>
                  <a:srgbClr val="CFCDC7"/>
                </a:solidFill>
                <a:latin typeface="Arial"/>
              </a:rPr>
              <a:t>  Deterministic rules catch crown jewels even if the model is unsure.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In progress.</a:t>
            </a:r>
            <a:r>
              <a:rPr sz="1800" b="0">
                <a:solidFill>
                  <a:srgbClr val="CFCDC7"/>
                </a:solidFill>
                <a:latin typeface="Arial"/>
              </a:rPr>
              <a:t>  A fine-tuned Gemma 270M to sharpen PRIVATE-vs-SHARED decisions on-device.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237744" cy="237744"/>
          </a:xfrm>
          <a:prstGeom prst="rect">
            <a:avLst/>
          </a:prstGeom>
          <a:noFill/>
          <a:ln w="25400">
            <a:solidFill>
              <a:srgbClr val="E0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822960" y="502920"/>
            <a:ext cx="237744" cy="237744"/>
          </a:xfrm>
          <a:prstGeom prst="bentConnector3">
            <a:avLst/>
          </a:prstGeom>
          <a:ln w="25400">
            <a:solidFill>
              <a:srgbClr val="E0B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0B64D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CEAE4"/>
                </a:solidFill>
                <a:latin typeface="Arial"/>
              </a:rPr>
              <a:t>One context layer. Every AI. Your data stays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Today.</a:t>
            </a:r>
            <a:r>
              <a:rPr sz="1800" b="0">
                <a:solidFill>
                  <a:srgbClr val="CFCDC7"/>
                </a:solidFill>
                <a:latin typeface="Arial"/>
              </a:rPr>
              <a:t>  Web + extension, live injection across Claude / ChatGPT / Gemini.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Next.</a:t>
            </a:r>
            <a:r>
              <a:rPr sz="1800" b="0">
                <a:solidFill>
                  <a:srgbClr val="CFCDC7"/>
                </a:solidFill>
                <a:latin typeface="Arial"/>
              </a:rPr>
              <a:t>  Fully-local mobile (Gemma 3n on-device), Signal-grade multi-device sync.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B64D"/>
                </a:solidFill>
                <a:latin typeface="Arial"/>
              </a:rPr>
              <a:t>— </a:t>
            </a:r>
            <a:r>
              <a:rPr sz="1800" b="1">
                <a:solidFill>
                  <a:srgbClr val="ECEAE4"/>
                </a:solidFill>
                <a:latin typeface="Arial"/>
              </a:rPr>
              <a:t>Try it.</a:t>
            </a:r>
            <a:r>
              <a:rPr sz="1800" b="0">
                <a:solidFill>
                  <a:srgbClr val="CFCDC7"/>
                </a:solidFill>
                <a:latin typeface="Arial"/>
              </a:rPr>
              <a:t>  blackx16.github.io/contxt · github.com/Blackx16/contxt · ghcr.io/blackx16/contxt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9892"/>
                </a:solidFill>
                <a:latin typeface="Arial"/>
              </a:rPr>
              <a:t>CONTXT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89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