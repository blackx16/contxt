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2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B60C40-9780-7A44-80AD-4BBD17A662F0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E9FA5B-1D5B-504D-A09B-02C73B608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740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E9FA5B-1D5B-504D-A09B-02C73B608BB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495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blackx16.github.io/contx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hyperlink" Target="http://github.com/Blackx16/contx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600" b="1">
                <a:solidFill>
                  <a:srgbClr val="ECEAE4"/>
                </a:solidFill>
                <a:latin typeface="Arial"/>
              </a:rPr>
              <a:t>CONTXT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E0B64D"/>
                </a:solidFill>
                <a:latin typeface="Arial"/>
              </a:rPr>
              <a:t>One private context layer for every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9892"/>
                </a:solidFill>
                <a:latin typeface="Arial"/>
              </a:rPr>
              <a:t>It remembers you and acts for you across Claude, ChatGPT &amp; Gemini —</a:t>
            </a:r>
          </a:p>
          <a:p>
            <a:r>
              <a:rPr sz="1800" b="0">
                <a:solidFill>
                  <a:srgbClr val="9A9892"/>
                </a:solidFill>
                <a:latin typeface="Arial"/>
              </a:rPr>
              <a:t>and your private data never leaves your 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9A9892"/>
                </a:solidFill>
                <a:latin typeface="Arial"/>
              </a:rPr>
              <a:t>AMD Developer Hackathon ACT II · Track 3 (Unicorn)</a:t>
            </a:r>
          </a:p>
          <a:p>
            <a:r>
              <a:rPr lang="en-IN" sz="1300" b="0" dirty="0">
                <a:solidFill>
                  <a:srgbClr val="5FB6AD"/>
                </a:solidFill>
                <a:latin typeface="Arial"/>
                <a:hlinkClick r:id="rId3"/>
              </a:rPr>
              <a:t>blackx16.github.io/contxt</a:t>
            </a:r>
            <a:r>
              <a:rPr lang="en-IN" sz="1300" b="0" dirty="0">
                <a:solidFill>
                  <a:srgbClr val="5FB6AD"/>
                </a:solidFill>
                <a:latin typeface="Arial"/>
              </a:rPr>
              <a:t> </a:t>
            </a:r>
            <a:br>
              <a:rPr lang="en-IN" sz="1300" b="0" dirty="0">
                <a:solidFill>
                  <a:srgbClr val="5FB6AD"/>
                </a:solidFill>
                <a:latin typeface="Arial"/>
              </a:rPr>
            </a:br>
            <a:r>
              <a:rPr lang="en-IN" sz="1300" b="0" dirty="0">
                <a:solidFill>
                  <a:srgbClr val="5FB6AD"/>
                </a:solidFill>
                <a:latin typeface="Arial"/>
                <a:hlinkClick r:id="rId4" tooltip="github"/>
              </a:rPr>
              <a:t>g</a:t>
            </a:r>
            <a:r>
              <a:rPr sz="1300" b="0" dirty="0" err="1">
                <a:solidFill>
                  <a:srgbClr val="5FB6AD"/>
                </a:solidFill>
                <a:latin typeface="Arial"/>
                <a:hlinkClick r:id="rId4" tooltip="github"/>
              </a:rPr>
              <a:t>ithub.com</a:t>
            </a:r>
            <a:r>
              <a:rPr sz="1300" b="0" dirty="0">
                <a:solidFill>
                  <a:srgbClr val="5FB6AD"/>
                </a:solidFill>
                <a:latin typeface="Arial"/>
                <a:hlinkClick r:id="rId4" tooltip="github"/>
              </a:rPr>
              <a:t>/Blackx16/</a:t>
            </a:r>
            <a:r>
              <a:rPr sz="1300" b="0" dirty="0" err="1">
                <a:solidFill>
                  <a:srgbClr val="5FB6AD"/>
                </a:solidFill>
                <a:latin typeface="Arial"/>
                <a:hlinkClick r:id="rId4" tooltip="github"/>
              </a:rPr>
              <a:t>contxt</a:t>
            </a:r>
            <a:endParaRPr sz="1300" b="0" dirty="0">
              <a:solidFill>
                <a:srgbClr val="5FB6AD"/>
              </a:solidFill>
              <a:latin typeface="Arial"/>
            </a:endParaRPr>
          </a:p>
        </p:txBody>
      </p:sp>
      <p:pic>
        <p:nvPicPr>
          <p:cNvPr id="10" name="Picture 9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3B127BF1-863C-02A2-6EEB-0769A5AC3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Every AI grew a memory. None of them share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Five walled gardens.</a:t>
            </a:r>
            <a:r>
              <a:rPr sz="1800" b="0">
                <a:solidFill>
                  <a:srgbClr val="CFCDC7"/>
                </a:solidFill>
                <a:latin typeface="Arial"/>
              </a:rPr>
              <a:t>  ChatGPT, Claude, Gemini, Copilot, Grok — each remembers you separately.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You repeat yourself.</a:t>
            </a:r>
            <a:r>
              <a:rPr sz="1800" b="0">
                <a:solidFill>
                  <a:srgbClr val="CFCDC7"/>
                </a:solidFill>
                <a:latin typeface="Arial"/>
              </a:rPr>
              <a:t>  Re-introducing who you are, what you're building, every time you switch.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The memory startups</a:t>
            </a:r>
            <a:r>
              <a:rPr sz="1800" b="0">
                <a:solidFill>
                  <a:srgbClr val="CFCDC7"/>
                </a:solidFill>
                <a:latin typeface="Arial"/>
              </a:rPr>
              <a:t>  (Mem0, Supermemory, Letta) are cloud-first and built for developers, not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2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C2FB65F8-4113-F13C-9B30-A4CAAC8E6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FB6AD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Your context, everywhere — and it stays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Portable.</a:t>
            </a:r>
            <a:r>
              <a:rPr sz="1800" b="0">
                <a:solidFill>
                  <a:srgbClr val="CFCDC7"/>
                </a:solidFill>
                <a:latin typeface="Arial"/>
              </a:rPr>
              <a:t>  One context layer that works across every AI, not locked inside one.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Private by default.</a:t>
            </a:r>
            <a:r>
              <a:rPr sz="1800" b="0">
                <a:solidFill>
                  <a:srgbClr val="CFCDC7"/>
                </a:solidFill>
                <a:latin typeface="Arial"/>
              </a:rPr>
              <a:t>  A Crown-Jewels Gateway keeps sensitive context on your device.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Consumer-first.</a:t>
            </a:r>
            <a:r>
              <a:rPr sz="1800" b="0">
                <a:solidFill>
                  <a:srgbClr val="CFCDC7"/>
                </a:solidFill>
                <a:latin typeface="Arial"/>
              </a:rPr>
              <a:t>  The piece nobody built: memory that follows you and protects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3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9C05A78F-805E-8B99-BA66-C84E5F176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Two tiers, decided on-device.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1559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dirty="0">
                <a:solidFill>
                  <a:srgbClr val="E0B64D"/>
                </a:solidFill>
                <a:latin typeface="Arial"/>
              </a:rPr>
              <a:t>— </a:t>
            </a:r>
            <a:r>
              <a:rPr sz="1800" b="1" dirty="0">
                <a:solidFill>
                  <a:srgbClr val="ECEAE4"/>
                </a:solidFill>
                <a:latin typeface="Arial"/>
              </a:rPr>
              <a:t>Crown-Jewels Gateway.</a:t>
            </a:r>
            <a:r>
              <a:rPr sz="1800" b="0" dirty="0">
                <a:solidFill>
                  <a:srgbClr val="CFCDC7"/>
                </a:solidFill>
                <a:latin typeface="Arial"/>
              </a:rPr>
              <a:t>  On-device </a:t>
            </a:r>
            <a:r>
              <a:rPr lang="en-US" sz="1800" b="0" dirty="0">
                <a:solidFill>
                  <a:srgbClr val="CFCDC7"/>
                </a:solidFill>
                <a:latin typeface="Arial"/>
              </a:rPr>
              <a:t>Finetuned </a:t>
            </a:r>
            <a:r>
              <a:rPr sz="1800" b="0" dirty="0">
                <a:solidFill>
                  <a:srgbClr val="CFCDC7"/>
                </a:solidFill>
                <a:latin typeface="Arial"/>
              </a:rPr>
              <a:t>Gemma 3 270M + deterministic rules classify every item.</a:t>
            </a:r>
          </a:p>
          <a:p>
            <a:pPr>
              <a:spcAft>
                <a:spcPts val="1400"/>
              </a:spcAft>
            </a:pPr>
            <a:r>
              <a:rPr sz="1800" b="1" dirty="0">
                <a:solidFill>
                  <a:srgbClr val="E0B64D"/>
                </a:solidFill>
                <a:latin typeface="Arial"/>
              </a:rPr>
              <a:t>— </a:t>
            </a:r>
            <a:r>
              <a:rPr sz="1800" b="1" dirty="0">
                <a:solidFill>
                  <a:srgbClr val="ECEAE4"/>
                </a:solidFill>
                <a:latin typeface="Arial"/>
              </a:rPr>
              <a:t>PRIVATE (gold).</a:t>
            </a:r>
            <a:r>
              <a:rPr sz="1800" b="0" dirty="0">
                <a:solidFill>
                  <a:srgbClr val="CFCDC7"/>
                </a:solidFill>
                <a:latin typeface="Arial"/>
              </a:rPr>
              <a:t>  Kept on-device, end-to-end encrypted. The cloud is a blind relay of ciphertext.</a:t>
            </a:r>
          </a:p>
          <a:p>
            <a:pPr>
              <a:spcAft>
                <a:spcPts val="1400"/>
              </a:spcAft>
            </a:pPr>
            <a:r>
              <a:rPr sz="1800" b="1" dirty="0">
                <a:solidFill>
                  <a:srgbClr val="E0B64D"/>
                </a:solidFill>
                <a:latin typeface="Arial"/>
              </a:rPr>
              <a:t>— </a:t>
            </a:r>
            <a:r>
              <a:rPr sz="1800" b="1" dirty="0">
                <a:solidFill>
                  <a:srgbClr val="ECEAE4"/>
                </a:solidFill>
                <a:latin typeface="Arial"/>
              </a:rPr>
              <a:t>SHARED (patina).</a:t>
            </a:r>
            <a:r>
              <a:rPr sz="1800" b="0" dirty="0">
                <a:solidFill>
                  <a:srgbClr val="CFCDC7"/>
                </a:solidFill>
                <a:latin typeface="Arial"/>
              </a:rPr>
              <a:t>  Distilled into reusable context cards any AI can read over MCP.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4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6374E2DA-69B0-1115-8666-3B90F047A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browser extension that plugs into your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Connect.</a:t>
            </a:r>
            <a:r>
              <a:rPr sz="1800" b="0">
                <a:solidFill>
                  <a:srgbClr val="CFCDC7"/>
                </a:solidFill>
                <a:latin typeface="Arial"/>
              </a:rPr>
              <a:t>  Gmail, Calendar &amp; Notion via in-extension OAuth.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Tier on-device.</a:t>
            </a:r>
            <a:r>
              <a:rPr sz="1800" b="0">
                <a:solidFill>
                  <a:srgbClr val="CFCDC7"/>
                </a:solidFill>
                <a:latin typeface="Arial"/>
              </a:rPr>
              <a:t>  Every pulled item is classified locally — SHARED shown, PRIVATE kept &amp; counted.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Your choice.</a:t>
            </a:r>
            <a:r>
              <a:rPr sz="1800" b="0">
                <a:solidFill>
                  <a:srgbClr val="CFCDC7"/>
                </a:solidFill>
                <a:latin typeface="Arial"/>
              </a:rPr>
              <a:t>  On-device mode (WebGPU Gemma) or online-only — nothing private stored.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5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378A0EF0-FAD5-0535-4B0C-8E2703F2C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It injects your context into any AI,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Auto-inject.</a:t>
            </a:r>
            <a:r>
              <a:rPr sz="1800" b="0">
                <a:solidFill>
                  <a:srgbClr val="CFCDC7"/>
                </a:solidFill>
                <a:latin typeface="Arial"/>
              </a:rPr>
              <a:t>  Open Claude / ChatGPT / Gemini — your SHARED context lands in the composer.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Visible trust.</a:t>
            </a:r>
            <a:r>
              <a:rPr sz="1800" b="0">
                <a:solidFill>
                  <a:srgbClr val="CFCDC7"/>
                </a:solidFill>
                <a:latin typeface="Arial"/>
              </a:rPr>
              <a:t>  A badge shows 'N shared → this AI · P private kept on-device'.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The guarantee.</a:t>
            </a:r>
            <a:r>
              <a:rPr sz="1800" b="0">
                <a:solidFill>
                  <a:srgbClr val="CFCDC7"/>
                </a:solidFill>
                <a:latin typeface="Arial"/>
              </a:rPr>
              <a:t>  The AI answers with your context and never sees the crown jewels.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6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105354FC-299B-8F86-6991-755A8C6D3E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PRIVACY, PROVEN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The cloud never holds your keys.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Ciphertext only.</a:t>
            </a:r>
            <a:r>
              <a:rPr sz="1800" b="0">
                <a:solidFill>
                  <a:srgbClr val="CFCDC7"/>
                </a:solidFill>
                <a:latin typeface="Arial"/>
              </a:rPr>
              <a:t>  PRIVATE cards sit in the cloud as opaque AES-256-GCM blobs.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Key by QR.</a:t>
            </a:r>
            <a:r>
              <a:rPr sz="1800" b="0">
                <a:solidFill>
                  <a:srgbClr val="CFCDC7"/>
                </a:solidFill>
                <a:latin typeface="Arial"/>
              </a:rPr>
              <a:t>  Moving devices? The key crosses device-to-device by QR, never the cloud.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Decrypt locally.</a:t>
            </a:r>
            <a:r>
              <a:rPr sz="1800" b="0">
                <a:solidFill>
                  <a:srgbClr val="CFCDC7"/>
                </a:solidFill>
                <a:latin typeface="Arial"/>
              </a:rPr>
              <a:t>  A second device pulls the same blob and decrypts it — byte-for-byte.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7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75753F67-CDD8-63C4-8936-9FCCD8592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FB6AD"/>
                </a:solidFill>
                <a:latin typeface="Arial"/>
              </a:rPr>
              <a:t>ONE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web dashboard that mirrors the extension.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Deployed &amp; live.</a:t>
            </a:r>
            <a:r>
              <a:rPr sz="1800" b="0">
                <a:solidFill>
                  <a:srgbClr val="CFCDC7"/>
                </a:solidFill>
                <a:latin typeface="Arial"/>
              </a:rPr>
              <a:t>  blackx16.github.io/contxt — a static SvelteKit app on GitHub Pages.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Demo / Live toggle.</a:t>
            </a:r>
            <a:r>
              <a:rPr sz="1800" b="0">
                <a:solidFill>
                  <a:srgbClr val="CFCDC7"/>
                </a:solidFill>
                <a:latin typeface="Arial"/>
              </a:rPr>
              <a:t>  Explore a built-in demo, or read your real context from the extension.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Real-time bridge.</a:t>
            </a:r>
            <a:r>
              <a:rPr sz="1800" b="0">
                <a:solidFill>
                  <a:srgbClr val="CFCDC7"/>
                </a:solidFill>
                <a:latin typeface="Arial"/>
              </a:rPr>
              <a:t>  Connect a source in the extension → the site updates instantly.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8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86359324-286D-3C3C-19F3-87942409A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Small, portable, open.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On-device:</a:t>
            </a:r>
            <a:r>
              <a:rPr sz="1800" b="0">
                <a:solidFill>
                  <a:srgbClr val="CFCDC7"/>
                </a:solidFill>
                <a:latin typeface="Arial"/>
              </a:rPr>
              <a:t>  Fine-tuned Gemma 3 270M (ONNX q4f16) via Transformers.js; deterministic-rules safety floor.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Cloud distill:</a:t>
            </a:r>
            <a:r>
              <a:rPr sz="1800" b="0">
                <a:solidFill>
                  <a:srgbClr val="CFCDC7"/>
                </a:solidFill>
                <a:latin typeface="Arial"/>
              </a:rPr>
              <a:t>  gpt-oss-120B on Fireworks AI (SHARED tier → context cards + draft_reply).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Stack:</a:t>
            </a:r>
            <a:r>
              <a:rPr sz="1800" b="0">
                <a:solidFill>
                  <a:srgbClr val="CFCDC7"/>
                </a:solidFill>
                <a:latin typeface="Arial"/>
              </a:rPr>
              <a:t>  SvelteKit · MV3 extension · Python MCP server + HTTP bridge · Web Crypto · public Docker image (GHCR).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9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C25AD2EE-E18D-6EEA-823E-DFBED1241B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ON-DEVICE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fine-tuned Gemma gateway — trained, benchmarked, shipped.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123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dirty="0">
                <a:solidFill>
                  <a:srgbClr val="E0B64D"/>
                </a:solidFill>
                <a:latin typeface="Arial"/>
              </a:rPr>
              <a:t>— </a:t>
            </a:r>
            <a:r>
              <a:rPr sz="1800" b="1" dirty="0">
                <a:solidFill>
                  <a:srgbClr val="ECEAE4"/>
                </a:solidFill>
                <a:latin typeface="Arial"/>
              </a:rPr>
              <a:t>Custom-tuned.</a:t>
            </a:r>
            <a:r>
              <a:rPr sz="1800" b="0" dirty="0">
                <a:solidFill>
                  <a:srgbClr val="CFCDC7"/>
                </a:solidFill>
                <a:latin typeface="Arial"/>
              </a:rPr>
              <a:t>  Gemma 3 270M fine-tuned to emit the tier JSON → ONNX q4f16 (WASM), live on Hugging Face: chandr1601/contxt-gateway-270m-onnx.</a:t>
            </a:r>
          </a:p>
          <a:p>
            <a:pPr>
              <a:spcAft>
                <a:spcPts val="1400"/>
              </a:spcAft>
            </a:pPr>
            <a:r>
              <a:rPr sz="1800" b="1" dirty="0">
                <a:solidFill>
                  <a:srgbClr val="E0B64D"/>
                </a:solidFill>
                <a:latin typeface="Arial"/>
              </a:rPr>
              <a:t>— </a:t>
            </a:r>
            <a:r>
              <a:rPr sz="1800" b="1" dirty="0">
                <a:solidFill>
                  <a:srgbClr val="ECEAE4"/>
                </a:solidFill>
                <a:latin typeface="Arial"/>
              </a:rPr>
              <a:t>Beats base decisively.</a:t>
            </a:r>
            <a:r>
              <a:rPr sz="1800" b="0" dirty="0">
                <a:solidFill>
                  <a:srgbClr val="CFCDC7"/>
                </a:solidFill>
                <a:latin typeface="Arial"/>
              </a:rPr>
              <a:t>  253 hold-out rows: JSON-valid 100% (vs 79%), tier-accuracy 97.6% (vs 43%), PRIVATE recall 99.4% (vs 69%) — cleared the 0.98 ship gate.</a:t>
            </a:r>
          </a:p>
          <a:p>
            <a:pPr>
              <a:spcAft>
                <a:spcPts val="1400"/>
              </a:spcAft>
            </a:pPr>
            <a:r>
              <a:rPr sz="1800" b="1" dirty="0">
                <a:solidFill>
                  <a:srgbClr val="E0B64D"/>
                </a:solidFill>
                <a:latin typeface="Arial"/>
              </a:rPr>
              <a:t>— </a:t>
            </a:r>
            <a:r>
              <a:rPr sz="1800" b="1" dirty="0">
                <a:solidFill>
                  <a:srgbClr val="ECEAE4"/>
                </a:solidFill>
                <a:latin typeface="Arial"/>
              </a:rPr>
              <a:t>See the work.</a:t>
            </a:r>
            <a:r>
              <a:rPr sz="1800" b="0" dirty="0">
                <a:solidFill>
                  <a:srgbClr val="CFCDC7"/>
                </a:solidFill>
                <a:latin typeface="Arial"/>
              </a:rPr>
              <a:t>  1,438-row dataset, training code &amp; the prompt contract in finetune/ (branch finetune/gemma-gateway-270m).</a:t>
            </a:r>
            <a:endParaRPr lang="en-US" sz="1800" b="0" dirty="0">
              <a:solidFill>
                <a:srgbClr val="CFCDC7"/>
              </a:solidFill>
              <a:latin typeface="Arial"/>
            </a:endParaRPr>
          </a:p>
          <a:p>
            <a:pPr>
              <a:spcAft>
                <a:spcPts val="1400"/>
              </a:spcAft>
            </a:pPr>
            <a:r>
              <a:rPr lang="en-IN" b="1" dirty="0">
                <a:solidFill>
                  <a:srgbClr val="E0B64D"/>
                </a:solidFill>
                <a:latin typeface="Arial"/>
              </a:rPr>
              <a:t>— </a:t>
            </a:r>
            <a:r>
              <a:rPr lang="en-IN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 on-device gateway classifier was </a:t>
            </a:r>
            <a:r>
              <a:rPr lang="en-I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fine-tuned on</a:t>
            </a:r>
            <a:r>
              <a:rPr lang="en-IN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 </a:t>
            </a:r>
            <a:r>
              <a:rPr lang="en-I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AMD Instinct MI300X </a:t>
            </a:r>
            <a:r>
              <a:rPr lang="en-IN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IN" dirty="0" err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ROCm</a:t>
            </a:r>
            <a:r>
              <a:rPr lang="en-IN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7.2, </a:t>
            </a:r>
            <a:r>
              <a:rPr lang="en-IN" dirty="0" err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PyTorch</a:t>
            </a:r>
            <a:r>
              <a:rPr lang="en-IN" dirty="0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2.9). Same accuracy as the Gemma model, 18× lower latency, 6× smaller — AMD trains it, the user's browser runs it, the cloud never sees private data."</a:t>
            </a:r>
            <a:endParaRPr sz="1800" dirty="0">
              <a:solidFill>
                <a:schemeClr val="bg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5DBF40EE-6B20-14A0-C43B-657AEC42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One context layer. Every AI. Your data stays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Today.</a:t>
            </a:r>
            <a:r>
              <a:rPr sz="1800" b="0">
                <a:solidFill>
                  <a:srgbClr val="CFCDC7"/>
                </a:solidFill>
                <a:latin typeface="Arial"/>
              </a:rPr>
              <a:t>  Web + extension, live injection across Claude / ChatGPT / Gemini.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Next.</a:t>
            </a:r>
            <a:r>
              <a:rPr sz="1800" b="0">
                <a:solidFill>
                  <a:srgbClr val="CFCDC7"/>
                </a:solidFill>
                <a:latin typeface="Arial"/>
              </a:rPr>
              <a:t>  Fully-local mobile (Gemma 3n on-device), Signal-grade multi-device sync.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Try it.</a:t>
            </a:r>
            <a:r>
              <a:rPr sz="1800" b="0">
                <a:solidFill>
                  <a:srgbClr val="CFCDC7"/>
                </a:solidFill>
                <a:latin typeface="Arial"/>
              </a:rPr>
              <a:t>  blackx16.github.io/contxt · github.com/Blackx16/contxt · ghcr.io/blackx16/contxt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11</a:t>
            </a:r>
          </a:p>
        </p:txBody>
      </p:sp>
      <p:pic>
        <p:nvPicPr>
          <p:cNvPr id="9" name="Picture 8" descr="A yellow and black square with a check mark&#10;&#10;AI-generated content may be incorrect.">
            <a:extLst>
              <a:ext uri="{FF2B5EF4-FFF2-40B4-BE49-F238E27FC236}">
                <a16:creationId xmlns:a16="http://schemas.microsoft.com/office/drawing/2014/main" id="{86076DAE-A182-49E4-5484-F1AC83424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18" y="194056"/>
            <a:ext cx="697484" cy="6974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823</Words>
  <Application>Microsoft Macintosh PowerPoint</Application>
  <PresentationFormat>Widescreen</PresentationFormat>
  <Paragraphs>78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Windows User</cp:lastModifiedBy>
  <cp:revision>3</cp:revision>
  <dcterms:created xsi:type="dcterms:W3CDTF">2013-01-27T09:14:16Z</dcterms:created>
  <dcterms:modified xsi:type="dcterms:W3CDTF">2026-07-13T06:35:22Z</dcterms:modified>
  <cp:category/>
</cp:coreProperties>
</file>